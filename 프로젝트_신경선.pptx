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2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4E35-940D-97A7-E925-531C026C3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65D2E2-BFB6-C187-25F9-6C77DD0CA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1DB5D9-7B51-44EB-6DF4-3F707932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05D47-317E-1C10-B075-8F93F551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476C9-C32C-DDF8-FBDA-6CBB8069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00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B8ADE-8893-6CD3-FCD7-A3531AD4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D3ECEF-F766-2A26-BCC9-5C51491B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EC1B43-421D-2AAA-C275-4C90446B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9A36E3-A04D-B9B8-BCBB-39859BDB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EBF37-83FF-4C95-FED1-00C2B585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70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D45DA-145D-B027-7DFC-83B8A045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2FFDD0-4BC1-833A-4FCD-57EC0A45E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925A4-9A29-DA16-D351-8BA02463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569BF-7916-EB0E-18F3-E9400DB4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9E131-DECA-EC94-753F-0D2A3C10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31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2A365-DC05-7DFF-4C46-372E8EBB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32AF63-F70A-29F4-F975-8C4CFDA3A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C734B7-32EF-7C75-8E2D-79E6CF404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0A5429-3E73-54B2-3A6E-122D395C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04890B-762A-6EF7-1191-E487144B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1ABCD0-CB4E-9CEB-234A-E5C14CA2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83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2A062-6450-8189-7E3E-B2DB1A5A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B884C2-883C-2BF3-3145-4219475E4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56535-5225-7290-858C-FD4B6B951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EEEB32-464B-2975-6410-D7A25D21C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468C41-7A16-AFE5-65E4-E9A8FEE8E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9EACBD-6337-939F-4C64-54B85EBE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2E695D-CF40-1872-3FEC-649246FE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C0AC54-75D5-2E45-3A03-F45B5DD0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2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8FD64-6C9C-7027-3951-7754F592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CBDF5D-F750-A434-1CB7-6D261A00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C047A1-103D-8453-158C-39043CE0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330D67-50B7-4BB9-9A2D-425A6D71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652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AC2D17-F1DF-2802-3715-DD1ABF7A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B76AB4-BE65-43A4-2DD4-2934DCA9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442894-83B1-A1A3-603D-9F788932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84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76D17-1D10-8B3F-09E7-1FB6B17F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504D93-ACFD-8CDB-AB5C-30644840C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2C8ECF-1645-23EF-E212-EFA2B77FE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67304B-77E7-660D-6CF0-ABA91109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BE281B-4F64-B80B-E6F3-9392E6CD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C99D09-CDF9-3B78-2CC1-F9C181A8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44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E1917-1217-C881-D97E-F9D824BD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B539F-77AD-7708-7E38-AAAAAF585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884449-DECE-59B9-6070-61E96B06C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CE0C7E-4D19-28D6-7ACD-DC2A1844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7016C4-CB29-A0FB-FE2B-85DC671F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2E1137-3C3A-679D-A086-FC825940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7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E20EC-0F6E-EE00-2C26-AAA44C96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55A1AC-94E0-FE04-5EDB-5F589B029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055996-16DC-636E-D966-9B748C8F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980E43-45E3-F2AF-F9D7-2C548E88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43B212-CEAA-836B-4755-9CE7A8F6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8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C5FB32-7018-351F-46FF-383787256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DE33B3-5CAD-80DF-2735-C71EEF9BA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DA71F6-6E81-E388-8683-6EF5CCFC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4FCE4-603A-BF3B-9870-F79CB084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397D77-BD65-776A-1198-6CCF859A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89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823A99-C693-26AC-CE75-81CBA13B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E6D03B-B410-2A3C-42D9-8895F935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6B01C9-5775-4600-672C-665BADA82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88F95-B95C-4DA4-90E2-279ECCE4E6BA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A99BD6-B9A9-2A94-5186-AFDD6D94B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55DAE-E20F-296D-0A47-5C458EB3B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EEFDB-E5B2-48E8-893F-0F3D4AAFE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5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ikim@imguru.co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D27B1-0B3E-8E06-37F1-7F95628A1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9993"/>
            <a:ext cx="9144000" cy="1239837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hlinkClick r:id="rId2"/>
              </a:rPr>
              <a:t>jikim@imguru.co.kr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프로젝트 주제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B4B2C9-973E-C947-CAD2-97A7C9999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신경선</a:t>
            </a:r>
          </a:p>
        </p:txBody>
      </p:sp>
    </p:spTree>
    <p:extLst>
      <p:ext uri="{BB962C8B-B14F-4D97-AF65-F5344CB8AC3E}">
        <p14:creationId xmlns:p14="http://schemas.microsoft.com/office/powerpoint/2010/main" val="54612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EC22B-FE80-BA03-BA44-A7F742B4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voice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146263-B029-97A5-6581-A021D127D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62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2E64B-C78C-3D7B-D0BB-FE112ABF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370987"/>
            <a:ext cx="10515600" cy="1325563"/>
          </a:xfrm>
        </p:spPr>
        <p:txBody>
          <a:bodyPr/>
          <a:lstStyle/>
          <a:p>
            <a:r>
              <a:rPr lang="en-US" altLang="ko-KR" dirty="0" err="1"/>
              <a:t>FaceDetection</a:t>
            </a:r>
            <a:r>
              <a:rPr lang="en-US" altLang="ko-KR" dirty="0"/>
              <a:t> : face_turret.html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6709C29-09D7-66B4-A5FD-69E76DFCA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54" y="1782821"/>
            <a:ext cx="10357338" cy="1160201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476B8CB-BFD6-8B16-3B01-9CA9E0EB2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54" y="3313021"/>
            <a:ext cx="10410092" cy="102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2E64B-C78C-3D7B-D0BB-FE112ABF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370987"/>
            <a:ext cx="10515600" cy="1325563"/>
          </a:xfrm>
        </p:spPr>
        <p:txBody>
          <a:bodyPr/>
          <a:lstStyle/>
          <a:p>
            <a:r>
              <a:rPr lang="en-US" altLang="ko-KR" dirty="0"/>
              <a:t>Gesture : gesture.html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BBB931-3807-29E4-E34B-F47E80AF0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78" y="1766489"/>
            <a:ext cx="11328982" cy="12383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9258B0-E3A1-97A3-B2D7-CE284902B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27" y="3486117"/>
            <a:ext cx="10757453" cy="1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2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2E64B-C78C-3D7B-D0BB-FE112ABF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370987"/>
            <a:ext cx="10515600" cy="1325563"/>
          </a:xfrm>
        </p:spPr>
        <p:txBody>
          <a:bodyPr/>
          <a:lstStyle/>
          <a:p>
            <a:r>
              <a:rPr lang="en-US" altLang="ko-KR" dirty="0"/>
              <a:t> Hand : hand_arm_control.html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075213-F484-83A5-F6B6-4DF89CB5F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6" y="1652191"/>
            <a:ext cx="11551244" cy="11621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F0CCB8-10A9-53C7-1461-4AD78E30A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6" y="3108496"/>
            <a:ext cx="10820956" cy="28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04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36</Words>
  <Application>Microsoft Office PowerPoint</Application>
  <PresentationFormat>와이드스크린</PresentationFormat>
  <Paragraphs>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jikim@imguru.co.kr  프로젝트 주제 발표</vt:lpstr>
      <vt:lpstr>voice</vt:lpstr>
      <vt:lpstr>FaceDetection : face_turret.html</vt:lpstr>
      <vt:lpstr>Gesture : gesture.html</vt:lpstr>
      <vt:lpstr> Hand : hand_arm_control.html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std</dc:creator>
  <cp:lastModifiedBy>std</cp:lastModifiedBy>
  <cp:revision>3</cp:revision>
  <dcterms:created xsi:type="dcterms:W3CDTF">2026-07-03T04:38:52Z</dcterms:created>
  <dcterms:modified xsi:type="dcterms:W3CDTF">2026-07-03T05:50:10Z</dcterms:modified>
</cp:coreProperties>
</file>